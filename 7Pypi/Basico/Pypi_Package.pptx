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D9AB-EF5C-47A3-B151-8D9D73F89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5BBA0-8E18-4B76-8746-1EFDE2DFF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805460-A7D6-458D-ACEE-7588816D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012B5F-451B-4EE3-9353-905E3226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D47546-5E0C-49F1-87D0-3DC409A1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396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C63FF-4027-47A9-99A2-5CF65A53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E260E-5FA6-4F0B-96D9-A6B78EBC4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4ACD25-57A6-44C1-B3CE-1AA2EA2B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CC461-BA7E-491B-88CB-3603A317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87DF-398B-4675-A6EF-1A039258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426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11295-A53B-4E82-BFEA-BE5A2F1F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6AFFF4-ECCE-445C-A2A9-20CDD009E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9CC79-E210-471E-A526-85F6515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B2D787-0821-460C-8E9C-4067E04E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1ED0CA-175D-4E94-B92E-0DC39D45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895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96414-422C-4477-8BB3-EBA3068C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62A0AF-4BD2-4240-BDCB-2B212166C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40C50-5A96-497C-BCA7-7226A02E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3D0605-8E07-4C4D-82BA-BA777EEA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ABB902-D28B-4147-8DFC-C41B65DB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87A23C-2990-4B17-A58B-DB823FA2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507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1CDEA-B727-4F0C-94B9-45A81807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5C0227-663D-4695-9772-A2DC750B1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9E1A8B-6485-4457-9C7C-56C1684B2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71AAAB-9BA1-4101-A82E-504419612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E31335-4951-46DB-B03A-9C7CE87B3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6DCEDA-9C39-4D90-86BE-C8DF7C02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14D8F2-6EC0-4156-A5AE-BD5DE699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A331E7-0B62-4CF7-B4E9-B74590F8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951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2AE0C-969C-490F-BCD1-C6172F0B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6671C7-AA78-4466-8A52-CA1B7A49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F5A454-1510-4DAA-8F9D-33AB3F56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E40FEC-C900-44CE-AF89-A3407197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764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A3654AB-CD1E-41D6-A430-ADFB8E2A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F77C94-A1BE-4826-B10B-D74E5455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32FA05-A978-4082-BE0C-A99835BB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737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419C3-31F1-4286-B4FA-109F2771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25373-7345-4ADA-8666-DA65BFD4D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EBEFEA-97D6-4743-BAAF-A7D6F9F54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582094-5800-40E8-80D6-ECBD9185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C11BED-26CF-405A-9F6F-FB9E7AC1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BAAC00-231E-424D-B18C-944E08B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4837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BE905-BB10-41AC-8F80-734D0B3F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7F7871-F987-4281-9AFD-9B50C1B7E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C3F139-CDF4-44C7-977E-93ABE6A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06F69C-4F88-4D9D-87C8-081334B8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7F5BC4-967C-47F3-A8AB-01EE4192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3F79C8-92AB-416B-B03D-1C21925E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646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CA9C2-3841-492D-8A0D-7D438875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D66D98-F3C1-47C7-964D-4C36B8829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026B1A-20B2-486A-B48D-FC60F283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172D8-AA79-4503-8334-47BFA2BA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611CE5-73B4-445A-A997-5632B77D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768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7CD7EB-C772-4AF9-A095-F2298EAD9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B3D471-8638-4AC5-8C41-7DDC36301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5EA97E-DAFA-4E6A-BE3C-C3746208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B1A1C7-F132-4D9B-8127-E556E4E9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67E48F-60A1-41B9-90A5-6CC4AA37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959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0EF325-A7A5-4771-9F76-23B10D7C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C9DD2-7546-4385-AA30-25B5626BF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E3FEFE-1A3D-4FD2-B51E-F576856AA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BF0A3-C40A-49E6-BA98-B21383EB5351}" type="datetimeFigureOut">
              <a:rPr lang="es-CO" smtClean="0"/>
              <a:t>25/09/2025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ABDF76-33ED-4187-A6CA-9A7AD4804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A68FD-242D-4924-926E-2F8811E63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00F23-C0FE-4A3B-8985-C8929D4FE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484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quetes de Python para PyPI_2_11zon.webp">
            <a:extLst>
              <a:ext uri="{FF2B5EF4-FFF2-40B4-BE49-F238E27FC236}">
                <a16:creationId xmlns:a16="http://schemas.microsoft.com/office/drawing/2014/main" id="{58AACEEE-0F34-4329-B52E-3E2C245DD1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5" t="5395" r="7558" b="55898"/>
          <a:stretch/>
        </p:blipFill>
        <p:spPr bwMode="auto">
          <a:xfrm>
            <a:off x="0" y="124264"/>
            <a:ext cx="3545058" cy="403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quetes de Python para PyPI_2_11zon.webp">
            <a:extLst>
              <a:ext uri="{FF2B5EF4-FFF2-40B4-BE49-F238E27FC236}">
                <a16:creationId xmlns:a16="http://schemas.microsoft.com/office/drawing/2014/main" id="{CFC34930-89DC-4E5D-AF38-AC357BDE2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72000" r="7008" b="9744"/>
          <a:stretch/>
        </p:blipFill>
        <p:spPr bwMode="auto">
          <a:xfrm>
            <a:off x="7498079" y="575398"/>
            <a:ext cx="4674797" cy="249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aquetes de Python para PyPI_2_11zon.webp">
            <a:extLst>
              <a:ext uri="{FF2B5EF4-FFF2-40B4-BE49-F238E27FC236}">
                <a16:creationId xmlns:a16="http://schemas.microsoft.com/office/drawing/2014/main" id="{C423F558-C472-4D0E-8A15-6C096CB764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" t="43726" r="7437" b="28786"/>
          <a:stretch/>
        </p:blipFill>
        <p:spPr bwMode="auto">
          <a:xfrm>
            <a:off x="4033858" y="3530991"/>
            <a:ext cx="3689305" cy="296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: doblada hacia arriba 3">
            <a:extLst>
              <a:ext uri="{FF2B5EF4-FFF2-40B4-BE49-F238E27FC236}">
                <a16:creationId xmlns:a16="http://schemas.microsoft.com/office/drawing/2014/main" id="{DCFB8676-C1F0-446C-962B-29F352FB90D2}"/>
              </a:ext>
            </a:extLst>
          </p:cNvPr>
          <p:cNvSpPr/>
          <p:nvPr/>
        </p:nvSpPr>
        <p:spPr>
          <a:xfrm rot="4709128">
            <a:off x="1860577" y="4226675"/>
            <a:ext cx="1934309" cy="1568910"/>
          </a:xfrm>
          <a:prstGeom prst="bentUpArrow">
            <a:avLst>
              <a:gd name="adj1" fmla="val 34262"/>
              <a:gd name="adj2" fmla="val 24228"/>
              <a:gd name="adj3" fmla="val 31946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lecha: doblada hacia arriba 7">
            <a:extLst>
              <a:ext uri="{FF2B5EF4-FFF2-40B4-BE49-F238E27FC236}">
                <a16:creationId xmlns:a16="http://schemas.microsoft.com/office/drawing/2014/main" id="{A78B82AF-79B7-4D9E-8D3D-8E28E0E65512}"/>
              </a:ext>
            </a:extLst>
          </p:cNvPr>
          <p:cNvSpPr/>
          <p:nvPr/>
        </p:nvSpPr>
        <p:spPr>
          <a:xfrm rot="17280987" flipV="1">
            <a:off x="5508066" y="1410850"/>
            <a:ext cx="1934309" cy="1522085"/>
          </a:xfrm>
          <a:prstGeom prst="bentUpArrow">
            <a:avLst>
              <a:gd name="adj1" fmla="val 34262"/>
              <a:gd name="adj2" fmla="val 24228"/>
              <a:gd name="adj3" fmla="val 31946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272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quetes de Python para PyPI_2_11zon.webp">
            <a:extLst>
              <a:ext uri="{FF2B5EF4-FFF2-40B4-BE49-F238E27FC236}">
                <a16:creationId xmlns:a16="http://schemas.microsoft.com/office/drawing/2014/main" id="{D009B011-4611-4843-AC45-C12A7AC90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25797" r="8549" b="65719"/>
          <a:stretch/>
        </p:blipFill>
        <p:spPr bwMode="auto">
          <a:xfrm>
            <a:off x="363414" y="2599006"/>
            <a:ext cx="6931386" cy="173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quetes de Python para PyPI_2_11zon.webp">
            <a:extLst>
              <a:ext uri="{FF2B5EF4-FFF2-40B4-BE49-F238E27FC236}">
                <a16:creationId xmlns:a16="http://schemas.microsoft.com/office/drawing/2014/main" id="{A8852D4E-B44B-43D9-9658-D9CFDD8ED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5" t="16477" r="7558" b="74487"/>
          <a:stretch/>
        </p:blipFill>
        <p:spPr bwMode="auto">
          <a:xfrm>
            <a:off x="0" y="0"/>
            <a:ext cx="6931386" cy="184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153FDA-0EE6-42AB-B8EC-3CD71D123C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00" t="51942" r="52462" b="41329"/>
          <a:stretch/>
        </p:blipFill>
        <p:spPr>
          <a:xfrm>
            <a:off x="5417720" y="1605476"/>
            <a:ext cx="3754160" cy="12309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4E7D3D5-CF5D-4EA1-A789-ADBF92DADB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31" t="58645" r="53154" b="36866"/>
          <a:stretch/>
        </p:blipFill>
        <p:spPr>
          <a:xfrm>
            <a:off x="4318780" y="4720590"/>
            <a:ext cx="4474341" cy="106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8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quetes de Python para PyPI_2_11zon.webp">
            <a:extLst>
              <a:ext uri="{FF2B5EF4-FFF2-40B4-BE49-F238E27FC236}">
                <a16:creationId xmlns:a16="http://schemas.microsoft.com/office/drawing/2014/main" id="{8A858E5A-2CAE-4B38-A664-3817AF1E9B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43973" r="8549" b="47347"/>
          <a:stretch/>
        </p:blipFill>
        <p:spPr bwMode="auto">
          <a:xfrm>
            <a:off x="10081" y="2822229"/>
            <a:ext cx="6931386" cy="177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quetes de Python para PyPI_2_11zon.webp">
            <a:extLst>
              <a:ext uri="{FF2B5EF4-FFF2-40B4-BE49-F238E27FC236}">
                <a16:creationId xmlns:a16="http://schemas.microsoft.com/office/drawing/2014/main" id="{F609F324-1369-4A30-BEFD-513F34D19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34903" r="8549" b="56682"/>
          <a:stretch/>
        </p:blipFill>
        <p:spPr bwMode="auto">
          <a:xfrm>
            <a:off x="0" y="0"/>
            <a:ext cx="6931386" cy="171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34FFF3-7B42-49B8-BCF8-C91E8A59791C}"/>
              </a:ext>
            </a:extLst>
          </p:cNvPr>
          <p:cNvSpPr txBox="1"/>
          <p:nvPr/>
        </p:nvSpPr>
        <p:spPr>
          <a:xfrm>
            <a:off x="1547445" y="1603718"/>
            <a:ext cx="9847385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/>
            <a:r>
              <a:rPr lang="es-ES" sz="2800" b="0" i="0" dirty="0">
                <a:solidFill>
                  <a:schemeClr val="bg1"/>
                </a:solidFill>
                <a:effectLst/>
                <a:latin typeface="__Poppins_8bce1a"/>
              </a:rPr>
              <a:t>Dentro del directorio del paquete, crear un nuevo archivo Python para almacenar el código del paquete. El archivo debe tener el mismo nombre que el paquete, pero con la extensión .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__Poppins_8bce1a"/>
              </a:rPr>
              <a:t>py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__Poppins_8bce1a"/>
              </a:rPr>
              <a:t>.</a:t>
            </a:r>
            <a:endParaRPr lang="es-CO" sz="28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BF8377-0493-4B33-B9CE-1C0DBF6550EB}"/>
              </a:ext>
            </a:extLst>
          </p:cNvPr>
          <p:cNvSpPr txBox="1"/>
          <p:nvPr/>
        </p:nvSpPr>
        <p:spPr>
          <a:xfrm>
            <a:off x="1787651" y="4654117"/>
            <a:ext cx="997294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/>
            <a:r>
              <a:rPr lang="es-ES" sz="2800" b="0" i="0" dirty="0">
                <a:solidFill>
                  <a:schemeClr val="bg1"/>
                </a:solidFill>
                <a:effectLst/>
                <a:latin typeface="__Poppins_8bce1a"/>
              </a:rPr>
              <a:t>Escribir el código del paquete en el archivo del módulo. Puede incluir cualquier código Python que quiera incluir en el paquete, como funciones, clases y variables.</a:t>
            </a:r>
            <a:endParaRPr lang="es-CO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19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quetes de Python para PyPI_2_11zon.webp">
            <a:extLst>
              <a:ext uri="{FF2B5EF4-FFF2-40B4-BE49-F238E27FC236}">
                <a16:creationId xmlns:a16="http://schemas.microsoft.com/office/drawing/2014/main" id="{F4886F29-477E-47C3-B4BC-78EA6B61F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53285" r="8549" b="38161"/>
          <a:stretch/>
        </p:blipFill>
        <p:spPr bwMode="auto">
          <a:xfrm>
            <a:off x="0" y="0"/>
            <a:ext cx="6931386" cy="174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83892E-93B7-4C06-8502-0EB364426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54" t="29323" r="27539" b="19370"/>
          <a:stretch/>
        </p:blipFill>
        <p:spPr>
          <a:xfrm>
            <a:off x="773723" y="1744394"/>
            <a:ext cx="6410882" cy="50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quetes de Python para PyPI_2_11zon.webp">
            <a:extLst>
              <a:ext uri="{FF2B5EF4-FFF2-40B4-BE49-F238E27FC236}">
                <a16:creationId xmlns:a16="http://schemas.microsoft.com/office/drawing/2014/main" id="{1ED286E1-72DA-40DB-B08B-7F8D6C665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71669" r="8549" b="19778"/>
          <a:stretch/>
        </p:blipFill>
        <p:spPr bwMode="auto">
          <a:xfrm>
            <a:off x="0" y="4382086"/>
            <a:ext cx="6931386" cy="174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aquetes de Python para PyPI_2_11zon.webp">
            <a:extLst>
              <a:ext uri="{FF2B5EF4-FFF2-40B4-BE49-F238E27FC236}">
                <a16:creationId xmlns:a16="http://schemas.microsoft.com/office/drawing/2014/main" id="{105A7C11-9CCB-4CBF-9DBC-F18E71579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71669" r="8549" b="19778"/>
          <a:stretch/>
        </p:blipFill>
        <p:spPr bwMode="auto">
          <a:xfrm>
            <a:off x="32825" y="1920240"/>
            <a:ext cx="6931386" cy="174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aquetes de Python para PyPI_2_11zon.webp">
            <a:extLst>
              <a:ext uri="{FF2B5EF4-FFF2-40B4-BE49-F238E27FC236}">
                <a16:creationId xmlns:a16="http://schemas.microsoft.com/office/drawing/2014/main" id="{40199352-8FA7-41C0-B67A-CC6F8E2FB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4" t="62254" r="8549" b="29193"/>
          <a:stretch/>
        </p:blipFill>
        <p:spPr bwMode="auto">
          <a:xfrm>
            <a:off x="0" y="0"/>
            <a:ext cx="6931386" cy="174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56F2B20-FD0E-421A-B8BD-550A5A1521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31" t="53130" r="48769" b="43586"/>
          <a:stretch/>
        </p:blipFill>
        <p:spPr>
          <a:xfrm>
            <a:off x="6513340" y="1589649"/>
            <a:ext cx="5372109" cy="6611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E5E6388-2F18-4B7B-AC33-72EEE51B10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461" t="67188" r="50000" b="29016"/>
          <a:stretch/>
        </p:blipFill>
        <p:spPr>
          <a:xfrm>
            <a:off x="6053856" y="3795667"/>
            <a:ext cx="5646908" cy="8903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E72E634-4A89-4AF8-B9F5-C0D33DDA137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000" t="48615" r="48077" b="46562"/>
          <a:stretch/>
        </p:blipFill>
        <p:spPr>
          <a:xfrm>
            <a:off x="6822829" y="5894363"/>
            <a:ext cx="5121835" cy="87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046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__Poppins_8bce1a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ANDRES GOMEZ VASCO</dc:creator>
  <cp:lastModifiedBy>CARLOS ANDRES GOMEZ VASCO</cp:lastModifiedBy>
  <cp:revision>3</cp:revision>
  <dcterms:created xsi:type="dcterms:W3CDTF">2025-09-26T02:25:57Z</dcterms:created>
  <dcterms:modified xsi:type="dcterms:W3CDTF">2025-09-26T02:48:20Z</dcterms:modified>
</cp:coreProperties>
</file>